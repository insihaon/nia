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47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87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82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43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47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55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856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5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4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57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61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01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C1865-4B99-4EE2-819A-0B60F2ABF55F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7088B-BF4D-45E2-A04A-00A84659D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52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570328 Tree형태+P2P형태(MSPP계층)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5083890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708920"/>
            <a:ext cx="5632419" cy="4122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순환이 있는 </a:t>
            </a:r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FDF </a:t>
            </a:r>
            <a:r>
              <a:rPr lang="ko-KR" altLang="en-US" sz="1200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레이어를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직선에서 원형으로 배치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86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570323 Tree형태(MSPP계층)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7"/>
            <a:ext cx="3816424" cy="2730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471" y="2702451"/>
            <a:ext cx="5610225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일직선상이 아닌 트리 형태의 배치 반영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312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48680"/>
            <a:ext cx="4127475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570735 Fiber계층의 광케이블 링형태 케이스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738784"/>
            <a:ext cx="60579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Fiber Layer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와 다른 </a:t>
            </a:r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간 링크 배치 수정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954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570754 Fiber계층의 광케이블 링형태 케이스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405672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951" y="2564904"/>
            <a:ext cx="591502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Fiber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원형 배치 및 </a:t>
            </a:r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MSPP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와 직선 링크 예시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59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609647 토폴로지 배치 샘플 1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12279"/>
            <a:ext cx="4104456" cy="295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835" y="2324100"/>
            <a:ext cx="64008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간 링크에 대해서 크로스로 꼬이는 현상으로 최대한 풀어서 배치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59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98908"/>
            <a:ext cx="3816424" cy="308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609633 토폴로지 배치 샘플 2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704" y="2492896"/>
            <a:ext cx="56388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간 링크가 다수 일 경우 배치 예시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59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6" y="620688"/>
            <a:ext cx="4197172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609814 토폴로지 배치 샘플 3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111" y="2302485"/>
            <a:ext cx="61341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간 링크를 단순하게 변경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8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624351 토폴로지 배치 샘플 4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9" y="620688"/>
            <a:ext cx="4378932" cy="2622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55365"/>
            <a:ext cx="5749561" cy="4058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Fiber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비선형 배치 및 관련된 링크 예시 </a:t>
            </a:r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복잡도 높을 경우</a:t>
            </a:r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5312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595097 토폴로지 장비가 레이어를 벗어나 그려짐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8" y="548680"/>
            <a:ext cx="4551400" cy="285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898" y="2636913"/>
            <a:ext cx="5439598" cy="4189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벗어남 오류 수정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523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A9B7C6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595575 토폴로지 장비가 레이어를 벗어나 그려짐</a:t>
            </a: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" y="548680"/>
            <a:ext cx="4567539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036" y="2996953"/>
            <a:ext cx="5984307" cy="383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21583" y="660463"/>
            <a:ext cx="700833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수정 전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6381328"/>
            <a:ext cx="9589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수정 후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649732" y="937462"/>
            <a:ext cx="2666684" cy="14834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Layer </a:t>
            </a:r>
            <a:r>
              <a:rPr lang="ko-KR" altLang="en-US" sz="12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벗어남 오류 수정</a:t>
            </a:r>
            <a:endParaRPr lang="ko-KR" altLang="en-US" sz="12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531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175</Words>
  <Application>Microsoft Office PowerPoint</Application>
  <PresentationFormat>화면 슬라이드 쇼(4:3)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Registered User</dc:creator>
  <cp:lastModifiedBy>Registered User</cp:lastModifiedBy>
  <cp:revision>8</cp:revision>
  <dcterms:created xsi:type="dcterms:W3CDTF">2019-09-27T00:45:57Z</dcterms:created>
  <dcterms:modified xsi:type="dcterms:W3CDTF">2019-10-01T04:46:16Z</dcterms:modified>
</cp:coreProperties>
</file>